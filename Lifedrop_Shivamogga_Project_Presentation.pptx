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11D48"/>
                </a:solidFill>
              </a:defRPr>
            </a:pPr>
            <a:r>
              <a:t>🩸 LIFEDROP SHIVAMOGGA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Rapid Emergency Blood Donor Network</a:t>
            </a:r>
            <a:br/>
            <a:r>
              <a:t>&amp; Live Hospital GPS Dispatch System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Connecting emergency patients across McGann Hospital, Nanjappa, Sahyadri Narayana, and Shivamogga District with verified local blood donors in minutes.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303520"/>
            <a:ext cx="237744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34924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⚡ Instant Geolocation Matching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5303520"/>
            <a:ext cx="237744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534924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🗺️ Live GPS Navigation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5303520"/>
            <a:ext cx="237744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534924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🤖 AI Triage Assistant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5303520"/>
            <a:ext cx="2377440" cy="594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5349240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🏥 10+ Shivamogga Hospitals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Executive Summary &amp; Core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11D48"/>
                </a:solidFill>
              </a:defRPr>
            </a:pPr>
            <a:r>
              <a:t>🎯 Dedicated to Shivamogga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100% focused on Shivamogga District (McGann Hospital, Nanjappa, Sahyadri, Bhadravathi, Sagara, Thirthahalli) to resolve local emergency blood shortages.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11D48"/>
                </a:solidFill>
              </a:defRPr>
            </a:pPr>
            <a:r>
              <a:t>⏱️ Sub-15 Minute Dispatch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Cuts patient waiting time from hours to minutes by instantly alerting verified local donors and calculating optimal driving routes.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60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11D48"/>
                </a:solidFill>
              </a:defRPr>
            </a:pPr>
            <a:r>
              <a:t>🗺️ Turn-by-Turn GPS Guidance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When a donor accepts an SOS, interactive navigation guides them straight from their current location to the hospital emergency blood bank.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11D48"/>
                </a:solidFill>
              </a:defRPr>
            </a:pPr>
            <a:r>
              <a:t>🤖 Anti-Hallucination AI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Stateful AI assistant guides requesters and donors through triage, FAQs, and registration with strict medical boundaries and verified DB lookups.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Statement: Blood Requisition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603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11D48"/>
                </a:solidFill>
              </a:defRPr>
            </a:pPr>
            <a:r>
              <a:t>🚨 Critical Time Lag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During trauma, accidents, and maternal emergencies, finding compatible blood takes 2–6 hours via manual phone calls and messaging.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11D48"/>
                </a:solidFill>
              </a:defRPr>
            </a:pPr>
            <a:r>
              <a:t>🩸 Rare Group Shortages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Types like O- (Universal) and B- face chronic shortages in district centers, causing dangerous surgery delays.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603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64592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11D48"/>
                </a:solidFill>
              </a:defRPr>
            </a:pPr>
            <a:r>
              <a:t>📍 Geographic Fragmentation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Shivamogga has distinct taluks (Sagara, Bhadravathi, Shikaripura). Finding which nearby donor is available has been completely uncoordinated.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5603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64592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11D48"/>
                </a:solidFill>
              </a:defRPr>
            </a:pPr>
            <a:r>
              <a:t>🔒 Lack of Verified Registry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Public social media posts expose patients and donors to spam, unverified claims, and outdated donor availability status.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Full-Stack System Architecture &amp; 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1. Presentation Layer (Frontend Web)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Pure Vanilla HTML5 &amp; CSS3 with luxury themes &amp; dark mode</a:t>
            </a:r>
            <a:br/>
            <a:r>
              <a:t>• Responsive layout across mobile &amp; desktop</a:t>
            </a:r>
            <a:br/>
            <a:r>
              <a:t>• Leaflet &amp; OpenStreetMap interactive GIS rendering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2. Logic &amp; AI Layer (Backend Server)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Python Flask RESTful Microservices running on port 5000</a:t>
            </a:r>
            <a:br/>
            <a:r>
              <a:t>• Stateful conversation manager &amp; intent classifier</a:t>
            </a:r>
            <a:br/>
            <a:r>
              <a:t>• Medical triage validator &amp; biological rules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3. Storage Layer (Database &amp; State)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SQLite relational database (`lifedrop.db`) with WAL mode</a:t>
            </a:r>
            <a:br/>
            <a:r>
              <a:t>• Client-side `localStorage` cache for offline resilience</a:t>
            </a:r>
            <a:br/>
            <a:r>
              <a:t>• Real-time synchronization between client &amp; SQLite backend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4. GIS &amp; Dispatch Services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Accurate GPS geocoding for all Shivamogga hospitals</a:t>
            </a:r>
            <a:br/>
            <a:r>
              <a:t>• Turn-by-turn road route polyline generation &amp; ETA computation</a:t>
            </a:r>
            <a:br/>
            <a:r>
              <a:t>• Deep link integration with Google Maps driving directions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Shivamogga Hospitals &amp; Geographic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🏥 McGann Teaching Hospital &amp; SIMS</a:t>
            </a:r>
          </a:p>
          <a:p>
            <a:pPr>
              <a:spcAft>
                <a:spcPts val="400"/>
              </a:spcAft>
              <a:defRPr sz="1000" b="1">
                <a:solidFill>
                  <a:srgbClr val="64748B"/>
                </a:solidFill>
              </a:defRPr>
            </a:pPr>
            <a:r>
              <a:t>📍 Sagar Road / Jail Road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Primary government tertiary care hospital &amp; regional trauma blood center.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🏥 District Government Hospital</a:t>
            </a:r>
          </a:p>
          <a:p>
            <a:pPr>
              <a:spcAft>
                <a:spcPts val="400"/>
              </a:spcAft>
              <a:defRPr sz="1000" b="1">
                <a:solidFill>
                  <a:srgbClr val="64748B"/>
                </a:solidFill>
              </a:defRPr>
            </a:pPr>
            <a:r>
              <a:t>📍 Kuvempu Road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Central government hospital serving Shivamogga urban and rural populace.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🏥 Sahyadri Narayana Multispeciality</a:t>
            </a:r>
          </a:p>
          <a:p>
            <a:pPr>
              <a:spcAft>
                <a:spcPts val="400"/>
              </a:spcAft>
              <a:defRPr sz="1000" b="1">
                <a:solidFill>
                  <a:srgbClr val="64748B"/>
                </a:solidFill>
              </a:defRPr>
            </a:pPr>
            <a:r>
              <a:t>📍 Harakere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Advanced cardiology, oncology, and surgical emergency blood unit.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🏥 Nanjappa Hospital &amp; Life Care</a:t>
            </a:r>
          </a:p>
          <a:p>
            <a:pPr>
              <a:spcAft>
                <a:spcPts val="400"/>
              </a:spcAft>
              <a:defRPr sz="1000" b="1">
                <a:solidFill>
                  <a:srgbClr val="64748B"/>
                </a:solidFill>
              </a:defRPr>
            </a:pPr>
            <a:r>
              <a:t>📍 Tilak Nagar / Kuvempu Road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Specialized maternity, neonatal, and acute emergency care.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🏥 Subbaiah Institute of Medical Sciences</a:t>
            </a:r>
          </a:p>
          <a:p>
            <a:pPr>
              <a:spcAft>
                <a:spcPts val="400"/>
              </a:spcAft>
              <a:defRPr sz="1000" b="1">
                <a:solidFill>
                  <a:srgbClr val="64748B"/>
                </a:solidFill>
              </a:defRPr>
            </a:pPr>
            <a:r>
              <a:t>📍 Purle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Academic medical center with comprehensive blood bank inventory.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🏥 Rotary Central Blood Bank</a:t>
            </a:r>
          </a:p>
          <a:p>
            <a:pPr>
              <a:spcAft>
                <a:spcPts val="400"/>
              </a:spcAft>
              <a:defRPr sz="1000" b="1">
                <a:solidFill>
                  <a:srgbClr val="64748B"/>
                </a:solidFill>
              </a:defRPr>
            </a:pPr>
            <a:r>
              <a:t>📍 Durgigudi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Major community volunteer donor repository and component separation unit.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Core Feature: Live Hospital GPS Navigation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🔵 Donor Radar Beacon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Displays live pulsing blue GPS beacon marking current volunteer location.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🏥 Hospital Target Beacon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Highlights destination hospital with urgent patient blood group and units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🛣️ Glowing Route Polyline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Renders high-visibility road arterial route linking donor directly to receiver hospital.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⏱️ Live Telemetry HUD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Displays destination, estimated travel time (ETA in minutes), and exact distance (km).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🗺️ Google Maps Integration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One-click native deep link generating turnkey driving directions in Google Maps.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🏁 Hospital Arrival Check-in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One-tap arrival button confirms donor entry at hospital and updates request timeline.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Core Feature: AI Emergency Assistant &amp; Health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⚡ Natural Language Triage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Extracts blood groups, Shivamogga localities, and urgency levels from conversational user input.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✅ 1-Line Safe Confirmation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Prompts: 'Searching for O- donors near McGann Hospital — is that correct?' before dispatching.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544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🩺 Donor Health &amp; Benefits Guide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Answers queries on health benefits: mini-health check, erythropoiesis, cardiovascular viscosity reduction, and calorie burn.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⏳ Biological Timeline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Provides authoritative replenishment timelines: plasma (24-48h), platelets (72h), RBCs (4-6 weeks), iron (8-12 weeks).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🥗 Hemoglobin &amp; Nutrition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Guidance on iron-rich foods, Vitamin C multipliers, and pre-donation preparation protocols.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114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🛡️ Anti-Hallucination Strictness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Queries live SQLite records; never hallucinates fake donors or stock numbers; refers complex queries to doctors.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Core Feature: Verified Donor Registry &amp; Digital Hero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🪪 Digital Lifedrop Hero Pass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Generates official digital volunteer card with QR code, blood group, badge status, and verification seal.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🔍 Smart Multi-Filter Directory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Filter donors by blood group (O-, A+, B+, etc.) and Shivamogga localities (Durgigudi, Gopala, Vinoba Nagar, Bhadravathi).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🔒 Privacy-Guarded Direct Connect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Donor phone numbers are formatted securely for one-tap calling without exposing sensitive personal logs.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⚡ Availability Master Toggle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Donors can turn 'Ready to Donate' ON/OFF at any time to temporarily pause notifications during illness or travel.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Database Architecture &amp; REST API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E11D48"/>
                </a:solidFill>
              </a:defRPr>
            </a:pPr>
            <a:r>
              <a:t>🗄️ Database Tables (`lifedrop.db`)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`donors`: ID, Name, Blood Group, City, Area, Phone, Availability</a:t>
            </a:r>
            <a:br/>
            <a:r>
              <a:t>• `requests`: ID, Patient, Hospital, Blood Group, Urgency, Status</a:t>
            </a:r>
            <a:br/>
            <a:r>
              <a:t>• `request_timeline`: Audit trail of dispatches and confirmations</a:t>
            </a:r>
            <a:br/>
            <a:r>
              <a:t>• `inventory`: Blood group stock, daily demand, capacity status</a:t>
            </a:r>
            <a:br/>
            <a:r>
              <a:t>• `chat_messages`: Conversation logging and intent traces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E11D48"/>
                </a:solidFill>
              </a:defRPr>
            </a:pPr>
            <a:r>
              <a:t>🌐 REST API Endpoints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`GET /api/donors`: Fetch verified donors with filters</a:t>
            </a:r>
            <a:br/>
            <a:r>
              <a:t>• `GET /api/donors/match`: Find compatible donors for recipient</a:t>
            </a:r>
            <a:br/>
            <a:r>
              <a:t>• `POST /api/requests`: Submit emergency request &amp; auto-alert</a:t>
            </a:r>
            <a:br/>
            <a:r>
              <a:t>• `GET /api/requests/&lt;id&gt;`: Track live dispatch &amp; timeline</a:t>
            </a:r>
            <a:br/>
            <a:r>
              <a:t>• `POST /api/assistant/chat`: AI triage conversation engine</a:t>
            </a:r>
            <a:br/>
            <a:r>
              <a:t>• `GET /api/inventory`: Real-time blood bank capacity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Impact Metrics, Test Results &amp;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2860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11D48"/>
                </a:solidFill>
              </a:defRPr>
            </a:pPr>
            <a:r>
              <a:t>154+</a:t>
            </a:r>
          </a:p>
          <a:p>
            <a:pPr algn="ctr">
              <a:defRPr sz="1100" b="1">
                <a:solidFill>
                  <a:srgbClr val="1E293B"/>
                </a:solidFill>
              </a:defRPr>
            </a:pPr>
            <a:r>
              <a:t>Verified Donors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46888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645920"/>
            <a:ext cx="22860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1,120+</a:t>
            </a:r>
          </a:p>
          <a:p>
            <a:pPr algn="ctr">
              <a:defRPr sz="1100" b="1">
                <a:solidFill>
                  <a:srgbClr val="1E293B"/>
                </a:solidFill>
              </a:defRPr>
            </a:pPr>
            <a:r>
              <a:t>Lives Saved / Transfusions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46888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645920"/>
            <a:ext cx="22860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11D48"/>
                </a:solidFill>
              </a:defRPr>
            </a:pPr>
            <a:r>
              <a:t>&lt; 15 Min</a:t>
            </a:r>
          </a:p>
          <a:p>
            <a:pPr algn="ctr">
              <a:defRPr sz="1100" b="1">
                <a:solidFill>
                  <a:srgbClr val="1E293B"/>
                </a:solidFill>
              </a:defRPr>
            </a:pPr>
            <a:r>
              <a:t>Average Emergency Response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468880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645920"/>
            <a:ext cx="22860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16 / 16</a:t>
            </a:r>
          </a:p>
          <a:p>
            <a:pPr algn="ctr">
              <a:defRPr sz="1100" b="1">
                <a:solidFill>
                  <a:srgbClr val="1E293B"/>
                </a:solidFill>
              </a:defRPr>
            </a:pPr>
            <a:r>
              <a:t>Backend Unit Tests Passing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2336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11D48"/>
                </a:solidFill>
              </a:defRPr>
            </a:pPr>
            <a:r>
              <a:t>🧪 Test Suite &amp; Code Quality Validation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All 16 Automated Backend Unit Tests passed (`python -m unittest tests/test_backend.py`)</a:t>
            </a:r>
            <a:br/>
            <a:r>
              <a:t>• Verified entity extraction for all Shivamogga localities, hospitals, and taluks</a:t>
            </a:r>
            <a:br/>
            <a:r>
              <a:t>• Tested Leaflet OpenStreetMap rendering and GPS driving simulation engine</a:t>
            </a:r>
            <a:br/>
            <a:r>
              <a:t>• 100% integrity across all 16 frontend and backend application source files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LIFEDROP SHIVAMOGGA | EMERGENCY BLOOD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Future Roadmap &amp; Project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Lifedrop Shivamogga — Emergency Blood Dispatch &amp; AI Navigation Platform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11D48"/>
                </a:solidFill>
              </a:defRPr>
            </a:pPr>
            <a:r>
              <a:t>🚁 Medical Drone Dispatch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Integrating automated drone corridor pathways for rapid sample cross-matching between rural taluks and Shivamogga city blood centers.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11D48"/>
                </a:solidFill>
              </a:defRPr>
            </a:pPr>
            <a:r>
              <a:t>📡 IoT Smart Blood Cold-Chain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Real-time temperature and RFID bag monitoring from donation camp to hospital operating theater.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60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11D48"/>
                </a:solidFill>
              </a:defRPr>
            </a:pPr>
            <a:r>
              <a:t>📲 WhatsApp &amp; SMS Gateway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Direct integration with Twilio / Gupshup for instant vernacular Kannada and English emergency dispatch broadcast.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11D48"/>
                </a:solidFill>
              </a:defRPr>
            </a:pPr>
            <a:r>
              <a:t>🌐 Karnataka State Expansion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Extending the Lifedrop regional model to neighboring districts: Chikkamagaluru, Davanagere, Udupi, and Uttara Kannada.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