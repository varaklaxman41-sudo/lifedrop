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37160" cy="457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Arial"/>
              </a:defRPr>
            </a:pPr>
            <a:r>
              <a:t>SMART HEALTHCARE &amp; EMERGENCY DISPATCH PLATFORM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  <a:latin typeface="Arial"/>
              </a:defRPr>
            </a:pPr>
            <a:r>
              <a:t>LIFEDROP SHIVAMOGGA</a:t>
            </a: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  <a:latin typeface="Arial"/>
              </a:defRPr>
            </a:pPr>
            <a:r>
              <a:t>Rapid Emergency Blood Donor Network &amp; Triage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3291840" cy="23774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E11D48"/>
                </a:solidFill>
                <a:latin typeface="Arial"/>
              </a:defRPr>
            </a:pPr>
            <a:r>
              <a:t>🚨 Critical Problem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Emergency blood shortages and delays in finding compatible donors cause life-threatening delays in acute trauma and surgeries across Shivamogga &amp; Malnad.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566160"/>
            <a:ext cx="32918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💡 Intelligent Solution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Direct real-time matchmaking connecting patients, verified volunteer donors, and blood banks via automated compatibility &amp; live dispatch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566160"/>
            <a:ext cx="32918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🎯 Impact &amp; Reach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Cuts donor response time from hours to under 15 minutes, empowering McGann Hospital, Sahyadri, and 7 taluk healthcare facilities.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⚡ Full-Stack Python/Flask + SQLite + Leaflet.js | Shivamogga Blood Bank Council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LIFEDROP SHIVAMOGGA | EMERGENCY BLOOD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Core System Modules &amp;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⚡ IMMEDIATE DISCOVERY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🔍 Instant Donor Matching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Filter verified donors by exact ABO/Rh blood type, taluk location (Shivamogga, Bhadravathi, Sagara), and real-time live availability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⏱️ PRIORITY PIPELINE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🚨 Emergency Request Broadcast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Post critical blood requirements with 1-click urgent notifications, automatic priority grading (&lt; 2 hrs, 24 hrs, planned), and SMS/Call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🔬 CLINICAL INTELLIGENCE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🧬 Blood Compatibility Matrix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Interactive ABO/Rh compatibility engine visualising universal donor (O-) and universal recipient (AB+) pathways with clinical guidelines.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40"/>
            <a:ext cx="338328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🗺️ REAL-TIME GIS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📍 Live Request Tracker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End-to-end GPS and timeline tracker showing stage progression: Request Logged -&gt; Donors Alerted -&gt; En Route -&gt; Hospital Received.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77640"/>
            <a:ext cx="338328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💬 24/7 AI TRIAGE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🤖 Lifedrop AI Assistant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Interactive emergency triage bot answering medical queries, routing donor registrations, and finding nearest blood banks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77640"/>
            <a:ext cx="338328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🎖️ DONOR GAMIFICATION</a:t>
            </a:r>
          </a:p>
          <a:p>
            <a:pPr>
              <a:spcBef>
                <a:spcPts val="3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🪪 Digital Hero Pass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Unique donor identity cards with blood group verification badges, donation history tracking, and life-saver certificates.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LIFEDROP SHIVAMOGGA | EMERGENCY BLOOD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End-to-End Emergency Patient &amp; Donor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1: Emergency Broadcast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Patient attendant or hospital logs urgent request with blood group, units, hospital &amp; city.</a:t>
            </a:r>
          </a:p>
          <a:p>
            <a:pPr>
              <a:spcBef>
                <a:spcPts val="1400"/>
              </a:spcBef>
              <a:defRPr sz="1000" b="1">
                <a:solidFill>
                  <a:srgbClr val="E11D48"/>
                </a:solidFill>
                <a:latin typeface="Arial"/>
              </a:defRPr>
            </a:pPr>
            <a:r>
              <a:t>👤 Stakeholder: Hospital / Attendant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46888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STAGE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4688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2: Intelligent Matchmaking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Engine scans database for compatible donors within target radius using ABO/Rh matrix.</a:t>
            </a:r>
          </a:p>
          <a:p>
            <a:pPr>
              <a:spcBef>
                <a:spcPts val="1400"/>
              </a:spcBef>
              <a:defRPr sz="1000" b="1">
                <a:solidFill>
                  <a:srgbClr val="1E293B"/>
                </a:solidFill>
                <a:latin typeface="Arial"/>
              </a:defRPr>
            </a:pPr>
            <a:r>
              <a:t>👤 Stakeholder: Lifedrop Core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STAGE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4688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3: Rapid Donor Alert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priority alert dispatched to matched donors via phone/SMS with 1-tap accept.</a:t>
            </a:r>
          </a:p>
          <a:p>
            <a:pPr>
              <a:spcBef>
                <a:spcPts val="14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👤 Stakeholder: Volunteer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STAGE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71600"/>
            <a:ext cx="24688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4: Dispatch &amp; Hospital Delivery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Donor arrives at blood bank/hospital; units collected; live tracker updates status to Complete.</a:t>
            </a:r>
          </a:p>
          <a:p>
            <a:pPr>
              <a:spcBef>
                <a:spcPts val="1400"/>
              </a:spcBef>
              <a:defRPr sz="1000" b="1">
                <a:solidFill>
                  <a:srgbClr val="10B981"/>
                </a:solidFill>
                <a:latin typeface="Arial"/>
              </a:defRPr>
            </a:pPr>
            <a:r>
              <a:t>👤 Stakeholder: McGann / Sahyadri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371600"/>
            <a:ext cx="24688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STAGE 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698480" cy="1280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  <a:latin typeface="Arial"/>
              </a:defRPr>
            </a:pPr>
            <a:r>
              <a:t>⚡ Key Workflow Optimization: Zero-Lag Autonomous Matching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Traditional manual phone-tree donor searches take 2 to 6 hours. Lifedrop's automated compatibility matching and geo-fenced donor broadcast cuts critical lead-time to under 15 minutes, directly saving acute trauma patients.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LIFEDROP SHIVAMOGGA | EMERGENCY BLOOD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Full-Stack Technology Stack &amp;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Semantic HTML5 &amp; Vanilla CSS3 Design System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CSS Custom Properties with 4 Dynamic Themes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Leaflet.js for Interactive Geospatial Mapping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Client-side Offline Fallback &amp; LocalStorage 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🎨 Frontend Layer</a:t>
            </a:r>
          </a:p>
          <a:p>
            <a:pPr>
              <a:defRPr sz="1000">
                <a:solidFill>
                  <a:srgbClr val="F1F5F9"/>
                </a:solidFill>
                <a:latin typeface="Calibri"/>
              </a:defRPr>
            </a:pPr>
            <a:r>
              <a:t>Modern Responsive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Flask 3.0 RESTful Microservice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CORS-enabled Endpoints for High Concurrency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Deterministic Compatibility Rules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Lifedrop AI Rule-based Triage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383280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⚙️ Backend REST API</a:t>
            </a:r>
          </a:p>
          <a:p>
            <a:pPr>
              <a:defRPr sz="1000">
                <a:solidFill>
                  <a:srgbClr val="F1F5F9"/>
                </a:solidFill>
                <a:latin typeface="Calibri"/>
              </a:defRPr>
            </a:pPr>
            <a:r>
              <a:t>Python 3 &amp; Flask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Embedded SQLite (lifedrop.db) with WAL mode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Normalized Donors, Requests &amp; Inventory tables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Audit logs and timeline tracking schema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 external dependency lightweight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38328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🗄️ Database &amp; Storage</a:t>
            </a:r>
          </a:p>
          <a:p>
            <a:pPr>
              <a:defRPr sz="1000">
                <a:solidFill>
                  <a:srgbClr val="F1F5F9"/>
                </a:solidFill>
                <a:latin typeface="Calibri"/>
              </a:defRPr>
            </a:pPr>
            <a:r>
              <a:t>SQLite Relational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LIFEDROP SHIVAMOGGA | EMERGENCY BLOOD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Blood Compatibility Engine &amp; Clinical Stock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11D48"/>
                </a:solidFill>
                <a:latin typeface="Arial"/>
              </a:defRPr>
            </a:pPr>
            <a:r>
              <a:t>🧬 ABO &amp; Rh Factor Compatibility Rules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55778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286000"/>
                <a:gridCol w="2468880"/>
              </a:tblGrid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Blood 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 Receive From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 Donate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O-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O- Only (Universal Red Cell Donor)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 Groups (O-, O+, A-, A+, B-, B+, AB-, AB+)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O+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O+,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O+, A+, B+, 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A-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A-,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A-, A+, AB-, 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A+, A-, O+,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A+, 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B-,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B-, B+, AB-, 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B+, B-, O+,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B+, 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AB-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AB-, A-, B-,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AB-, 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AB+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 Groups (Universal Recipient)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AB+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0" y="1371600"/>
            <a:ext cx="45720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🏥 Live Blood Bank Inventory Tracking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✓ Real-Time Unit Counts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Tracks critical stock across McGann District Hospital, Sahyadri Blood Bank, and Rotary Rotary Center.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✓ Automated Deficit Triggers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When stock falls below 5 units, system flags urgency badge and prompts donor broadcast.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✓ Component Fractionation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Supports Whole Blood, Packed Red Blood Cells (PRBC), Platelets, and Fresh Frozen Plasma (FFP).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✓ Expiry &amp; Batch Management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FIFO rotation alerts to prevent wastage of valuable platelet concentrates (5-day shelf life).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Arial"/>
              </a:defRPr>
            </a:pPr>
            <a:r>
              <a:t>LIFEDROP SHIVAMOGGA | EMERGENCY BLOOD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Clinical Impact, Key Metrics &amp;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11D48"/>
                </a:solidFill>
                <a:latin typeface="Arial"/>
              </a:defRPr>
            </a:pPr>
            <a:r>
              <a:t>&lt; 15 Mins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Average Match Lead-time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Arial"/>
              </a:defRPr>
            </a:pPr>
            <a:r>
              <a:t>1,240+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Verified Active Donors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380+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Emergency Units Dispatched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Compatibility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3383280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11D48"/>
                </a:solidFill>
                <a:latin typeface="Arial"/>
              </a:defRPr>
            </a:pPr>
            <a:r>
              <a:t>📱 Phase 1: Regional WhatsApp Bot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Integration with WhatsApp Cloud API for 1-click accept &amp; dispatch coordinates in Kannada &amp; English.</a:t>
            </a:r>
          </a:p>
          <a:p>
            <a:pPr>
              <a:spcBef>
                <a:spcPts val="1400"/>
              </a:spcBef>
              <a:defRPr sz="1000" i="1">
                <a:solidFill>
                  <a:srgbClr val="64748B"/>
                </a:solidFill>
                <a:latin typeface="Calibri"/>
              </a:defRPr>
            </a:pPr>
            <a:r>
              <a:t>🎯 Objective: Expand coverage to Shimoga, Thirthahalli, Sagar, Shikaripur, Sorab, and Hosanagara taluks.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383280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11D48"/>
                </a:solidFill>
                <a:latin typeface="Arial"/>
              </a:defRPr>
            </a:pPr>
            <a:r>
              <a:t>🏥 Phase 2: Hospital EMR &amp; HMIS Sync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Direct HL7/FHIR integration with McGann &amp; District EMR systems for automated trauma alerts.</a:t>
            </a:r>
          </a:p>
          <a:p>
            <a:pPr>
              <a:spcBef>
                <a:spcPts val="1400"/>
              </a:spcBef>
              <a:defRPr sz="1000" i="1">
                <a:solidFill>
                  <a:srgbClr val="64748B"/>
                </a:solidFill>
                <a:latin typeface="Calibri"/>
              </a:defRPr>
            </a:pPr>
            <a:r>
              <a:t>🎯 Objective: Expand coverage to Shimoga, Thirthahalli, Sagar, Shikaripur, Sorab, and Hosanagara taluks.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383280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11D48"/>
                </a:solidFill>
                <a:latin typeface="Arial"/>
              </a:defRPr>
            </a:pPr>
            <a:r>
              <a:t>🚁 Phase 3: Drone Delivery &amp; Bio-Cold Chain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IoT temperature-monitored blood transport and drone corridor support for rural Malnad taluks.</a:t>
            </a:r>
          </a:p>
          <a:p>
            <a:pPr>
              <a:spcBef>
                <a:spcPts val="1400"/>
              </a:spcBef>
              <a:defRPr sz="1000" i="1">
                <a:solidFill>
                  <a:srgbClr val="64748B"/>
                </a:solidFill>
                <a:latin typeface="Calibri"/>
              </a:defRPr>
            </a:pPr>
            <a:r>
              <a:t>🎯 Objective: Expand coverage to Shimoga, Thirthahalli, Sagar, Shikaripur, Sorab, and Hosanagara taluks.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